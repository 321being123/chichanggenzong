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45da88ab304d3b" /><Relationship Type="http://schemas.openxmlformats.org/officeDocument/2006/relationships/extended-properties" Target="/docProps/app.xml" Id="R2dfa8cbc3d1f4a9e" /><Relationship Type="http://schemas.openxmlformats.org/officeDocument/2006/relationships/officeDocument" Target="/ppt/presentation.xml" Id="R48b4acf5ab15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516f5384d649dc"/>
  </p:sldMasterIdLst>
  <p:notesMasterIdLst>
    <p:notesMasterId xmlns:r="http://schemas.openxmlformats.org/officeDocument/2006/relationships" r:id="Rf800a02f0fef4370"/>
  </p:notesMasterIdLst>
  <p:sldIdLst>
    <p:sldId xmlns:r="http://schemas.openxmlformats.org/officeDocument/2006/relationships" id="256" r:id="R5a68237341e64202"/>
    <p:sldId xmlns:r="http://schemas.openxmlformats.org/officeDocument/2006/relationships" id="257" r:id="R029599fc652e4952"/>
    <p:sldId xmlns:r="http://schemas.openxmlformats.org/officeDocument/2006/relationships" id="258" r:id="R738b799824324159"/>
    <p:sldId xmlns:r="http://schemas.openxmlformats.org/officeDocument/2006/relationships" id="259" r:id="Rf3fc23d3ecd54880"/>
    <p:sldId xmlns:r="http://schemas.openxmlformats.org/officeDocument/2006/relationships" id="260" r:id="R1d773df29e2748d6"/>
    <p:sldId xmlns:r="http://schemas.openxmlformats.org/officeDocument/2006/relationships" id="261" r:id="R6c553737782c4446"/>
    <p:sldId xmlns:r="http://schemas.openxmlformats.org/officeDocument/2006/relationships" id="262" r:id="R42674b3de7744a97"/>
    <p:sldId xmlns:r="http://schemas.openxmlformats.org/officeDocument/2006/relationships" id="263" r:id="R37231822bc814869"/>
    <p:sldId xmlns:r="http://schemas.openxmlformats.org/officeDocument/2006/relationships" id="264" r:id="R04e81ab8a6b44ee5"/>
    <p:sldId xmlns:r="http://schemas.openxmlformats.org/officeDocument/2006/relationships" id="265" r:id="R9cccbafbd02044da"/>
    <p:sldId xmlns:r="http://schemas.openxmlformats.org/officeDocument/2006/relationships" id="266" r:id="R8ff3eb9816b9477c"/>
    <p:sldId xmlns:r="http://schemas.openxmlformats.org/officeDocument/2006/relationships" id="267" r:id="R7c256271e0c14751"/>
    <p:sldId xmlns:r="http://schemas.openxmlformats.org/officeDocument/2006/relationships" id="268" r:id="R5414db158a024ae2"/>
    <p:sldId xmlns:r="http://schemas.openxmlformats.org/officeDocument/2006/relationships" id="269" r:id="R67b7ff13243e4887"/>
    <p:sldId xmlns:r="http://schemas.openxmlformats.org/officeDocument/2006/relationships" id="270" r:id="Rbaab20dcdac44a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41037d6df64bd7" /><Relationship Type="http://schemas.openxmlformats.org/officeDocument/2006/relationships/slideMaster" Target="/ppt/slideMasters/slideMaster1.xml" Id="R59516f5384d649dc" /><Relationship Type="http://schemas.openxmlformats.org/officeDocument/2006/relationships/notesMaster" Target="/ppt/notesMasters/notesMaster1.xml" Id="Rf800a02f0fef4370" /><Relationship Type="http://schemas.openxmlformats.org/officeDocument/2006/relationships/presProps" Target="/ppt/presProps.xml" Id="R751d8786f7df4b65" /><Relationship Type="http://schemas.openxmlformats.org/officeDocument/2006/relationships/tableStyles" Target="/ppt/tableStyles.xml" Id="Ra5bb6a4d551649a2" /><Relationship Type="http://schemas.openxmlformats.org/officeDocument/2006/relationships/slide" Target="/ppt/slides/slide1.xml" Id="R5a68237341e64202" /><Relationship Type="http://schemas.openxmlformats.org/officeDocument/2006/relationships/slide" Target="/ppt/slides/slide2.xml" Id="R029599fc652e4952" /><Relationship Type="http://schemas.openxmlformats.org/officeDocument/2006/relationships/slide" Target="/ppt/slides/slide3.xml" Id="R738b799824324159" /><Relationship Type="http://schemas.openxmlformats.org/officeDocument/2006/relationships/slide" Target="/ppt/slides/slide4.xml" Id="Rf3fc23d3ecd54880" /><Relationship Type="http://schemas.openxmlformats.org/officeDocument/2006/relationships/slide" Target="/ppt/slides/slide5.xml" Id="R1d773df29e2748d6" /><Relationship Type="http://schemas.openxmlformats.org/officeDocument/2006/relationships/slide" Target="/ppt/slides/slide6.xml" Id="R6c553737782c4446" /><Relationship Type="http://schemas.openxmlformats.org/officeDocument/2006/relationships/slide" Target="/ppt/slides/slide7.xml" Id="R42674b3de7744a97" /><Relationship Type="http://schemas.openxmlformats.org/officeDocument/2006/relationships/slide" Target="/ppt/slides/slide8.xml" Id="R37231822bc814869" /><Relationship Type="http://schemas.openxmlformats.org/officeDocument/2006/relationships/slide" Target="/ppt/slides/slide9.xml" Id="R04e81ab8a6b44ee5" /><Relationship Type="http://schemas.openxmlformats.org/officeDocument/2006/relationships/slide" Target="/ppt/slides/slide10.xml" Id="R9cccbafbd02044da" /><Relationship Type="http://schemas.openxmlformats.org/officeDocument/2006/relationships/slide" Target="/ppt/slides/slide11.xml" Id="R8ff3eb9816b9477c" /><Relationship Type="http://schemas.openxmlformats.org/officeDocument/2006/relationships/slide" Target="/ppt/slides/slide12.xml" Id="R7c256271e0c14751" /><Relationship Type="http://schemas.openxmlformats.org/officeDocument/2006/relationships/slide" Target="/ppt/slides/slide13.xml" Id="R5414db158a024ae2" /><Relationship Type="http://schemas.openxmlformats.org/officeDocument/2006/relationships/slide" Target="/ppt/slides/slide14.xml" Id="R67b7ff13243e4887" /><Relationship Type="http://schemas.openxmlformats.org/officeDocument/2006/relationships/slide" Target="/ppt/slides/slide15.xml" Id="Rbaab20dcdac44a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dd7c075422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8d5f71cedd4046" /><Relationship Type="http://schemas.openxmlformats.org/officeDocument/2006/relationships/notesMaster" Target="/ppt/notesMasters/notesMaster1.xml" Id="R071580d1494e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ace46dbebe4c16" /><Relationship Type="http://schemas.openxmlformats.org/officeDocument/2006/relationships/notesMaster" Target="/ppt/notesMasters/notesMaster1.xml" Id="R2463709d19804c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a9f5a384394f6b" /><Relationship Type="http://schemas.openxmlformats.org/officeDocument/2006/relationships/notesMaster" Target="/ppt/notesMasters/notesMaster1.xml" Id="R1a1d372c198d47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78d281516a4030" /><Relationship Type="http://schemas.openxmlformats.org/officeDocument/2006/relationships/notesMaster" Target="/ppt/notesMasters/notesMaster1.xml" Id="Re1635835ac424b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22eb5773b641ee" /><Relationship Type="http://schemas.openxmlformats.org/officeDocument/2006/relationships/notesMaster" Target="/ppt/notesMasters/notesMaster1.xml" Id="Rd6a715c64f1040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fc7a7cead445ed" /><Relationship Type="http://schemas.openxmlformats.org/officeDocument/2006/relationships/notesMaster" Target="/ppt/notesMasters/notesMaster1.xml" Id="R09a6363034434f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777654f8d74392" /><Relationship Type="http://schemas.openxmlformats.org/officeDocument/2006/relationships/notesMaster" Target="/ppt/notesMasters/notesMaster1.xml" Id="Reb94062c149848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5fddb41fac41e6" /><Relationship Type="http://schemas.openxmlformats.org/officeDocument/2006/relationships/notesMaster" Target="/ppt/notesMasters/notesMaster1.xml" Id="Rda0797cddd384d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336c6d81da4f5f" /><Relationship Type="http://schemas.openxmlformats.org/officeDocument/2006/relationships/notesMaster" Target="/ppt/notesMasters/notesMaster1.xml" Id="Rdab0797ed53541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65f9653cee4b36" /><Relationship Type="http://schemas.openxmlformats.org/officeDocument/2006/relationships/notesMaster" Target="/ppt/notesMasters/notesMaster1.xml" Id="R7244b8f6c8a247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12deee9ff54fbd" /><Relationship Type="http://schemas.openxmlformats.org/officeDocument/2006/relationships/notesMaster" Target="/ppt/notesMasters/notesMaster1.xml" Id="Rd59436372d6a4e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783d907c574c33" /><Relationship Type="http://schemas.openxmlformats.org/officeDocument/2006/relationships/notesMaster" Target="/ppt/notesMasters/notesMaster1.xml" Id="R6c9ab157e84f47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001fe7ad4346cb" /><Relationship Type="http://schemas.openxmlformats.org/officeDocument/2006/relationships/notesMaster" Target="/ppt/notesMasters/notesMaster1.xml" Id="R80da6ccd039641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e976b9d6284129" /><Relationship Type="http://schemas.openxmlformats.org/officeDocument/2006/relationships/notesMaster" Target="/ppt/notesMasters/notesMaster1.xml" Id="R0ac81fba964f4d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552658e6104d11" /><Relationship Type="http://schemas.openxmlformats.org/officeDocument/2006/relationships/notesMaster" Target="/ppt/notesMasters/notesMaster1.xml" Id="Re70f1c4a5b8b4b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这是面向 AI 建站新手和独立开发者的分享。顺着做网站时遇到的麻烦讲，每个问题和解法放在一起。技术名称只在需要理解时解释。不要把历史案例说成现在又出现了同一故障。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用 AI 建站：我们踩过的坑，后来是怎么改的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给第一次用 AI 做网站、或者正在自己做项目的朋友。  </a:t>
            </a:r>
          </a:p>
          <a:p xmlns:a="http://schemas.openxmlformats.org/drawingml/2006/main">
            <a:r>
              <a:t>经验来自存在小站，整理于 2026 年 10 月 9 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刚开始用 AI 做网站，最开心的是：说个想法，页面很快就出来了。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可等你再加几个功能，事情就没那么顺了。有的数据不对，有的页面不像一个网站，刚改好的问题又冒出来。换个聊天窗口，还要从头解释一遍。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我们也遇到过。后来有些做法固定下来了，下面就按建站时会遇到的问题，一个个说。你可以直接把里面对 AI 说的话换成自己的项目来用。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来源：D:\存在小站\docs\存在小站开发与AI协作经验分享.md</a:t>
            </a:r>
          </a:p>
          <a:p xmlns:a="http://schemas.openxmlformats.org/drawingml/2006/main">
            <a:r>
              <a:t>视觉来源：沿用此前生成的建站结构插图，是示意图。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开头从新手熟悉的经历说起，不先列架构或规则。提醒听众：这些做法是从具体麻烦里慢慢固定下来的。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用 AI 建站：我们踩过的坑，后来是怎么改的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给第一次用 AI 做网站、或者正在自己做项目的朋友。  </a:t>
            </a:r>
          </a:p>
          <a:p xmlns:a="http://schemas.openxmlformats.org/drawingml/2006/main">
            <a:r>
              <a:t>经验来自存在小站，整理于 2026 年 10 月 9 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刚开始用 AI 做网站，最开心的是：说个想法，页面很快就出来了。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可等你再加几个功能，事情就没那么顺了。有的数据不对，有的页面不像一个网站，刚改好的问题又冒出来。换个聊天窗口，还要从头解释一遍。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我们也遇到过。后来有些做法固定下来了，下面就按建站时会遇到的问题，一个个说。你可以直接把里面对 AI 说的话换成自己的项目来用。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来源：D:\存在小站\docs\存在小站开发与AI协作经验分享.md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存在小站当前将页面、业务服务、数据库及后台任务分开。前端是页面，后端处理事情，数据库存资料。分享重点是选择依据，不要求新手照搬本站工具。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1. AI 推荐一堆技术，我到底选哪个？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一口气介绍好几个工具，你听着都不错。真让你选，还是不知道。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先说清楚：**用户进来以后，究竟要完成什么事？**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如果主要是看文章、看介绍，简单页面就能起步。如果要登录、导入记录、保存个人数据，就还需要负责处理事情的程序和存数据的地方。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前端就是用户看到的页面，后端负责处理事情，数据库负责存资料。我们这站后来把这些工作分开，增加功能时各改各的部分。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选工具时，让 AI 结合你会什么、电脑和服务器能跑什么、以后谁来维护，给出一个主要选择和理由。第一版先把一件事从头做通，比如“登录，导入一份记录，再看到自己的列表”。这件事跑顺了，再往上加。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我最先要让用户完成的是【一件具体的事】。按我的维护能力和运行环境，选一套合适的工具，把这件事从头做通。已有的东西先看看能不能接着用。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案例来自 INC-0003。当时行情源正常，证券身份重复造成后续行情缺失。不要把历史重复数量说成当前数量。更新失败保留上一份有效数据及其时间。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2. 明明有数据，页面怎么就是不对？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我们有一次碰到：行情来源有报价，页面却一直显示旧价格。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往前查才发现，同一只股票在网站里存成了两份。程序不知道该认哪一份，后面就没拿到正确结果。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所以，数据不对时，先顺着它走一遍：**资料从哪来，存了什么，中间怎么算，页面拿的是哪一份。** 找到哪一步最先变错，再改那里。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同一个东西要认同一个编号。原来的资料也要留着，出错时才有东西对照。新数据拿不到，就保留之前那份有效数据，并告诉用户它是什么时候的。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还有一件事很管用：拿来的数据先存好，页面从这里读。这样用户多看几次页面，不会每次都向外面重新要一遍。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先找到数据从哪一步开始不对。改好这一条后，再看看其他同类记录有没有一样的问题，别等我一个个指出来。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D:\存在小站\docs\incidents\INC-0003-历史证券主档冲突导致持仓行情缺失.md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 和 34 是 INC-0018 当时记录。解释为整理整箱东西只整理一层。请求失败和确实没有新内容是不同情况；不能只凭程序没报错判断成功。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3. 后台写着“成功”，怎么还剩一大堆没做？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我们有次资料更新，显示成功，实际只尝试了 8 条，还剩 34 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这就像答应整理一整箱东西，只整理了最上面一层，就说整理完了。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后来这类事情需要说清楚：**这次做了多少，还剩多少，下次从哪里接着做。** 做不完可以停，剩下的要记住。重启以后也要能接上。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没做完，就显示“还没做完”。查过以后确实没有新内容，和请求失败、根本没查到，是两种情况。更新后的数据也要检查一下，不能只看程序有没有报错。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这次没做完的东西记下来，下次接着做。做完多少、剩下多少都要能查到。只有约定的事情真的做完、数据也查过了，才写成功。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D:\存在小站\docs\incidents\INC-0018-IPO资料补全固定8条及多重隐性上限.md</a:t>
            </a:r>
          </a:p>
          <a:p xmlns:a="http://schemas.openxmlformats.org/drawingml/2006/main">
            <a:r>
              <a:t>D:\存在小站\AGENTS.md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讲的是合理预留：身份、归属、币种、日期、来源和证据。并非提前建设所有未来功能。存在小站原始资料、正式数据和计算结果分开，各层职责不同。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4. 加一个功能，怎么到处都要改？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第一版只有一种数据，很容易默认：只有一种币种，只有一个来源，日期就是今天。后来加新市场、新来源，这些想当然就到处冒出来。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比较省事的做法是：**容易变化的东西，从一开始就写清楚。**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比如一条记录属于谁、金额是什么币种、资料来自哪里、说的是哪一天，都有自己的位置。同一个东西有自己的编号，外面的叫法单独记。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再加功能时，先看看旧程序里哪些部分能接着用。几页都要算的东西，放在一处一起用。以后改一次，就能一起改好。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预留空间也可以先从这些地方做起。等真实需求出现，再增加对应内容。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我要加【功能】。先看看现在有哪些部分能接着用，再说明真正需要补什么。几处都会用到的东西放一起，别每个页面都重新写一份。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本站业务表格使用上市可转债代表页及共享前端样式。页面差异保留业务需要，按实际修改范围逐步对齐。手机要能操作，原有字段和权限保留。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5. 每一页都好看，放一起怎么不像一个网站？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第一页一个按钮样子，第二页又一个表格样子。你说“统一一点”，AI 改了颜色，第三页还是重新想了一套。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后来更管用的是：**选一页当样板，把常用按钮、表格和输入框做成大家共用的一套。**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做新页面时，明确告诉 AI 用哪个样板、从哪里拿现成的东西。手机也一起看，别等电脑上做完才补手机。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相同的部分一起用，确实不同的地方再单独调整。这样统一外观时，就不用一页一页追着改了。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这页照【样板页面】来做，常用东西用现成那套。手机和电脑一起检查，原来的数据和操作都要保留。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D:\存在小站\public\shared\style.css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前两个是代入场景。实际案例 INC-0034 中，总金额和金额变化解释采用不同价格，造成对不上。说明完整考虑来自明确共同条件和真实对照，不宣称某句话能保证 AI 永不遗漏。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6. 修好这个，怎么又坏了那个？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你让页面快一点，它用了旧数据；你让手机看着清爽一点，它少显示了几个字段。眼前的目标达到了，原来的好东西却丢了。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我们还遇到过：总金额用一种价格，下面解释金额变化时用了另一种价格。两边放一起，数字就对不上。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比较管用的一句话是：**“我要改好什么，原来哪些东西还得照常好用。”**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比如页面要快，数据日期还要对；手机要方便，重要内容还要在；改了计算，合计仍然要对。动手前先说清楚，改完一起检查。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你觉得 AI 想得不够全，也可以让它先从头走一遍这个功能，看看数据、计算、显示和失败时会发生什么，再动手。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我要改善【这个地方】，同时保留【原来正确的事情】。先想一下改动会碰到哪些地方，改完把新旧功能一起检查。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D:\存在小站\docs\incidents\INC-0034-休市持仓估值与归因价格口径错位.md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只写规则还没有自动保护。测试中的反例不能直接放进实际运行的网站。第三次重复同类问题需要通用检查，不继续只增加单例。修改后核对运行中的程序。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7. 同一件事说了三遍，AI 怎么还会犯？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只在聊天里说过一次，下次它可能没读到。也可能它又写了一份相似程序，旧问题换个地方回来了。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我们后来会把经常提醒的事情写进项目固定说明，再让程序帮忙检查。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**在测试里故意放入旧错误，看检查能不能发现。** 能发现，这条提醒才有了实际保护。发现不了，就还要补。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同类问题反复出现时，要一起改共用的那部分，并检查其他地方有没有同样的写法。改完还要确认网站已经用上新程序。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把这次反复出现的错误写进固定提醒，并加一个能发现它的检查。在测试里用旧错误试一次，证明检查真的能拦住它，再查其他地方有没有同样的问题。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D:\存在小站\docs\incidents\INC-0032-全项目日期时间边界审计与整改方案.md</a:t>
            </a:r>
          </a:p>
          <a:p xmlns:a="http://schemas.openxmlformats.org/drawingml/2006/main">
            <a:r>
              <a:t>D:\存在小站\AGENTS.md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统一知识库来自反复重讲的麻烦。入口简短，做事规则、当前项目情况和资料位置分开。问题跨范围或根因不明时扩大阅读。这样同时帮助接续、少读重复文字和协作；token 是处理文字的计量单位，实际节省要看记录。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8. 换个会话又要重讲，能不能少读一点？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把所有聊天都交给 AI，看起来保险，实际上又长又乱。以前想过但没采用的做法，也可能被它当成现在还在用。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我们想搭统一知识库，就是从这种“每次都要重新解释”的麻烦里来的。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先把三件事放在固定文件里：**做事要注意什么、项目现在是什么样、资料去哪里找。** 目录告诉 AI 去哪读，详细内容放在对应位置。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换个会话，先给它这个入口。这次只改表格，就先读相关页面和规定；发现问题牵涉其他地方，再继续往外查。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新做法确定以后，改掉原来的旧说明。没做完的事也记清楚，交接时只说这次改了什么、还剩什么。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这样既方便接着做，也少读很多重复内容。token 是 AI 处理文字时的计量单位；少读重复文字、少返工，才有机会减少用量，实际省多少要看记录。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项目说明放在【入口】。先按这次任务找相关资料，别每次重读全部历史。做完更新原说明，留下已做、未做和下一步。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D:\存在小站\docs\知识索引.md</a:t>
            </a:r>
          </a:p>
          <a:p xmlns:a="http://schemas.openxmlformats.org/drawingml/2006/main">
            <a:r>
              <a:t>D:\存在小站\governance\knowledge-map.json</a:t>
            </a:r>
          </a:p>
          <a:p xmlns:a="http://schemas.openxmlformats.org/drawingml/2006/main">
            <a:r>
              <a:t>D:\存在小站\docs\技术架构.md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这是代入场景，不声称本站本轮发生同一故障。共享数据、端口和外部动作需要单独协调，文件分开不等于这些也隔离。小任务用一个 AI 顺着做，往往更省协调。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9. 多叫一个 AI 帮忙，为什么反而乱了？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想象一下：一个 AI 做页面，一个做后台。两边都说完成了，可一个叫“日期”，另一个叫“交易时间”，拼起来就出问题。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分工前，先把要交什么说一致，再分谁改哪些文件，最后留一个人把东西拼起来，真的跑一遍。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**大家读同一份项目说明，各自负责一块，最后有人负责整体。**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共用的文件和测试数据，提前安排谁来动。文件分开了，也不等于测试用的数据自动分开了。事情很小的时候，一个 AI 顺着做往往更省协调。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先说清楚两边怎么配合。A 负责【】，B 负责【】，共用的地方由【】协调。完成后由【】把整件事从头检查，大家以同一份项目说明为准。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标准发布顺序：记改了什么、本地检查、保存提交本次修改、固定步骤更新服务器、部署后验收。不要只看健康接口。生产数据按明确同意的范围处理；密码和密钥不能放进分享资料。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10. AI 说完成了，为什么我看到的还是老样子？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文件改了，正在跑的网站可能还没换过来。也可能页面用的是旧文件，后台任务还在跑旧程序，保存的数据还没处理好。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所以完成之后要确认：**真正运行的网站，已经用上这次修改。**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按项目的方式重新加载，再打开这次相关功能，从用户角度走一遍。该显示的新内容出来了，数据和操作也对，才算交付到用户手里。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我们后来固定了发布顺序：先记改了什么，在自己电脑上检查，保存这次修改，再按固定步骤更新服务器，最后到服务器上再查一次。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涉及重要数据的修改，另外说清楚要改哪些数据。只保存本次改动，别顺手带上别人放在工作区的文件。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改完以后，确认运行的网站已经是新版，再实际检查这次功能。告诉我哪里查过了、结果是什么，没查的就说明没查。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D:\存在小站\docs\生产部署流程.md</a:t>
            </a:r>
          </a:p>
          <a:p xmlns:a="http://schemas.openxmlformats.org/drawingml/2006/main">
            <a:r>
              <a:t>D:\存在小站\deploy\本地验证交接文档.md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不要承诺本项目所有环境的恢复均已完成。本地已有验证记录，尚未实测的异地恢复等不能写成通过。这里给新项目的是做法，实际环境需建立和验证。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对应讲稿：</a:t>
            </a:r>
          </a:p>
          <a:p xmlns:a="http://schemas.openxmlformats.org/drawingml/2006/main">
            <a:r>
              <a:t>### 11. 真改坏了，能回到之前吗？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有个备份文件，让人安心。但恢复时才发现少了配置或必要文件，网站还是跑不起来。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比较踏实的办法是：**找个单独的地方，真的恢复一次。**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看看数据能不能读出来，关键功能能不能用，需要的资料有没有少。恢复用哪些东西、怎么做，写成几步留在项目里。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重要数据从第一版就值得这样准备。后来功能增加，恢复需要的东西也跟着核对。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可以对 AI 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帮我列出恢复网站需要哪些东西，并在单独环境里试一次。能恢复到哪一步、缺什么，按实际结果写清楚。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D:\存在小站\deploy\本地验证交接文档.md</a:t>
            </a:r>
          </a:p>
          <a:p xmlns:a="http://schemas.openxmlformats.org/drawingml/2006/main">
            <a:r>
              <a:t>D:\存在小站\docs\技术架构.md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下面是可直接替换成自己项目的固定提醒。完整模板留在备注，避免听众在台上读长规则。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回去以后，可以直接用的两段话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前面每个问题后面，都有一段可以对 AI 说的话。下面两段适合固定放在项目里，或者每次开始任务时直接使用。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一段固定提醒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可以放在项目根目录的 `AGENTS.md` 里。具体文件和检查命令，换成你项目里真实存在的；还没有就写“未建立”。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~~~md</a:t>
            </a:r>
          </a:p>
          <a:p xmlns:a="http://schemas.openxmlformats.org/drawingml/2006/main">
            <a:r>
              <a:t># 这个项目做事时要注意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项目说明入口：【】。</a:t>
            </a:r>
          </a:p>
          <a:p xmlns:a="http://schemas.openxmlformats.org/drawingml/2006/main">
            <a:r>
              <a:t>现成的页面、常用程序、数据处理放在：【】。</a:t>
            </a:r>
          </a:p>
          <a:p xmlns:a="http://schemas.openxmlformats.org/drawingml/2006/main">
            <a:r>
              <a:t>怎么检查、怎么运行、怎么发布：【真实入口，或未建立】。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开始先看说明和现有程序，找能接着用的东西。</a:t>
            </a:r>
          </a:p>
          <a:p xmlns:a="http://schemas.openxmlformats.org/drawingml/2006/main">
            <a:r>
              <a:t>说清这次要改好什么，原来哪些事情还得照常好用。</a:t>
            </a:r>
          </a:p>
          <a:p xmlns:a="http://schemas.openxmlformats.org/drawingml/2006/main">
            <a:r>
              <a:t>数据先存好，页面从这里读。更新失败保留上一份有效数据。</a:t>
            </a:r>
          </a:p>
          <a:p xmlns:a="http://schemas.openxmlformats.org/drawingml/2006/main">
            <a:r>
              <a:t>没做完的记住，下次接着做。没做完别写成功。</a:t>
            </a:r>
          </a:p>
          <a:p xmlns:a="http://schemas.openxmlformats.org/drawingml/2006/main">
            <a:r>
              <a:t>修一个例子，也查其他同类问题。</a:t>
            </a:r>
          </a:p>
          <a:p xmlns:a="http://schemas.openxmlformats.org/drawingml/2006/main">
            <a:r>
              <a:t>页面用现成那套，手机和电脑一起考虑。</a:t>
            </a:r>
          </a:p>
          <a:p xmlns:a="http://schemas.openxmlformats.org/drawingml/2006/main">
            <a:r>
              <a:t>改完检查，确认运行的网站用上新版，再更新原说明。</a:t>
            </a:r>
          </a:p>
          <a:p xmlns:a="http://schemas.openxmlformats.org/drawingml/2006/main">
            <a:r>
              <a:t>检查未建立、没实际查过，都按真实状态写。</a:t>
            </a:r>
          </a:p>
          <a:p xmlns:a="http://schemas.openxmlformats.org/drawingml/2006/main">
            <a:r>
              <a:t>只保存本次修改，别带上其他人的文件。</a:t>
            </a:r>
          </a:p>
          <a:p xmlns:a="http://schemas.openxmlformats.org/drawingml/2006/main">
            <a:r>
              <a:t>服务器上的数据只按已明确同意的范围处理。</a:t>
            </a:r>
          </a:p>
          <a:p xmlns:a="http://schemas.openxmlformats.org/drawingml/2006/main">
            <a:r>
              <a:t>密码和密钥放在专门配置里，别写进页面或分享资料。</a:t>
            </a:r>
          </a:p>
          <a:p xmlns:a="http://schemas.openxmlformats.org/drawingml/2006/main">
            <a:r>
              <a:t>交接说清已做、未做、证据和下一步，大家读同一份项目说明。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这里说的“先检查、再继续”，就是我们平时的门禁。名字可以记不住，但要知道哪里没过就还不能往下走。复制这段提醒以后，相应检查还需要真实建立和试过。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一段开始新任务时用的话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我要做【具体功能】，给【谁】用。</a:t>
            </a:r>
          </a:p>
          <a:p xmlns:a="http://schemas.openxmlformats.org/drawingml/2006/main">
            <a:r>
              <a:t>现在最影响使用的是【问题】。</a:t>
            </a:r>
          </a:p>
          <a:p xmlns:a="http://schemas.openxmlformats.org/drawingml/2006/main">
            <a:r>
              <a:t>项目说明和现有程序在【】。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先看看现在有什么能接着用，再告诉我真正缺什么。</a:t>
            </a:r>
          </a:p>
          <a:p xmlns:a="http://schemas.openxmlformats.org/drawingml/2006/main">
            <a:r>
              <a:t>把这个问题的解决办法说清楚，按我项目的情况做。</a:t>
            </a:r>
          </a:p>
          <a:p xmlns:a="http://schemas.openxmlformats.org/drawingml/2006/main">
            <a:r>
              <a:t>同时保留【原来已经好用的事情】。</a:t>
            </a:r>
          </a:p>
          <a:p xmlns:a="http://schemas.openxmlformats.org/drawingml/2006/main">
            <a:r>
              <a:t>改完从用户使用的顺序检查，也看同类地方。</a:t>
            </a:r>
          </a:p>
          <a:p xmlns:a="http://schemas.openxmlformats.org/drawingml/2006/main">
            <a:r>
              <a:t>把实际查过的结果、没查的和还没做完的说清楚。</a:t>
            </a:r>
          </a:p>
          <a:p xmlns:a="http://schemas.openxmlformats.org/drawingml/2006/main">
            <a:r>
              <a:t>需要长期记住的，更新原来的项目说明。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结尾给听众一段短话，让它回到自己的真实问题。完整任务提示词如下。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一段开始新任务时用的话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我要做【具体功能】，给【谁】用。</a:t>
            </a:r>
          </a:p>
          <a:p xmlns:a="http://schemas.openxmlformats.org/drawingml/2006/main">
            <a:r>
              <a:t>现在最影响使用的是【问题】。</a:t>
            </a:r>
          </a:p>
          <a:p xmlns:a="http://schemas.openxmlformats.org/drawingml/2006/main">
            <a:r>
              <a:t>项目说明和现有程序在【】。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先看看现在有什么能接着用，再告诉我真正缺什么。</a:t>
            </a:r>
          </a:p>
          <a:p xmlns:a="http://schemas.openxmlformats.org/drawingml/2006/main">
            <a:r>
              <a:t>把这个问题的解决办法说清楚，按我项目的情况做。</a:t>
            </a:r>
          </a:p>
          <a:p xmlns:a="http://schemas.openxmlformats.org/drawingml/2006/main">
            <a:r>
              <a:t>同时保留【原来已经好用的事情】。</a:t>
            </a:r>
          </a:p>
          <a:p xmlns:a="http://schemas.openxmlformats.org/drawingml/2006/main">
            <a:r>
              <a:t>改完从用户使用的顺序检查，也看同类地方。</a:t>
            </a:r>
          </a:p>
          <a:p xmlns:a="http://schemas.openxmlformats.org/drawingml/2006/main">
            <a:r>
              <a:t>把实际查过的结果、没查的和还没做完的说清楚。</a:t>
            </a:r>
          </a:p>
          <a:p xmlns:a="http://schemas.openxmlformats.org/drawingml/2006/main">
            <a:r>
              <a:t>需要长期记住的，更新原来的项目说明。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来源：D:\存在小站\docs\存在小站开发与AI协作经验分享.md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35f14864443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c13e3791d4a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400c0a6944b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c02161f9e45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d4346efdc41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b57a625f746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2E92E7-9796-407B-8DB4-F605ADFA1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19B04F-1B33-4A61-965A-046D44C651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D0A60D-31EE-45B8-941C-9AB386358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2F4D9C-A80B-4DD3-AC6A-A5804BDE1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8A0AC2-121F-4D6B-A1B7-302E32E10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853A29-1D44-4EB4-81FE-2F056BF15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B1D51C-35D5-45DF-A47C-0BEDD1472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0FC7FE-876B-48C1-B15F-431EA63179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51FA5-8E7C-470B-9122-E25F8E7A3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4522CE-12EE-41DE-B8E1-B9CDACE63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d1e8a68a6240eb" /><Relationship Type="http://schemas.openxmlformats.org/officeDocument/2006/relationships/slideLayout" Target="/ppt/slideLayouts/slideLayout1.xml" Id="Rcb232dd4f29d427c" /><Relationship Type="http://schemas.openxmlformats.org/officeDocument/2006/relationships/slideLayout" Target="/ppt/slideLayouts/slideLayout2.xml" Id="Rf85d1ad199fa4309" /><Relationship Type="http://schemas.openxmlformats.org/officeDocument/2006/relationships/slideLayout" Target="/ppt/slideLayouts/slideLayout3.xml" Id="R9f493f5542574858" /><Relationship Type="http://schemas.openxmlformats.org/officeDocument/2006/relationships/slideLayout" Target="/ppt/slideLayouts/slideLayout4.xml" Id="R5c28661b98c74b67" /><Relationship Type="http://schemas.openxmlformats.org/officeDocument/2006/relationships/slideLayout" Target="/ppt/slideLayouts/slideLayout5.xml" Id="R3f71fdd92a3c4d0c" /><Relationship Type="http://schemas.openxmlformats.org/officeDocument/2006/relationships/slideLayout" Target="/ppt/slideLayouts/slideLayout6.xml" Id="R08baa6f21c9045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232dd4f29d427c"/>
    <p:sldLayoutId xmlns:r="http://schemas.openxmlformats.org/officeDocument/2006/relationships" id="2147483650" r:id="Rf85d1ad199fa4309"/>
    <p:sldLayoutId xmlns:r="http://schemas.openxmlformats.org/officeDocument/2006/relationships" id="2147483651" r:id="R9f493f5542574858"/>
    <p:sldLayoutId xmlns:r="http://schemas.openxmlformats.org/officeDocument/2006/relationships" id="2147483652" r:id="R5c28661b98c74b67"/>
    <p:sldLayoutId xmlns:r="http://schemas.openxmlformats.org/officeDocument/2006/relationships" id="2147483653" r:id="R3f71fdd92a3c4d0c"/>
    <p:sldLayoutId xmlns:r="http://schemas.openxmlformats.org/officeDocument/2006/relationships" id="2147483654" r:id="R08baa6f21c9045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cabf4043d4efe" /><Relationship Type="http://schemas.openxmlformats.org/officeDocument/2006/relationships/image" Target="/ppt/media/image.png" Id="R745f0e23c28941ab" /><Relationship Type="http://schemas.openxmlformats.org/officeDocument/2006/relationships/notesSlide" Target="/ppt/notesSlides/notesSlide1.xml" Id="R20e50d24568043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ac2f237e54821" /><Relationship Type="http://schemas.openxmlformats.org/officeDocument/2006/relationships/notesSlide" Target="/ppt/notesSlides/notesSlide2.xml" Id="Rcf6592b8c6ef41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de8193e1c4265" /><Relationship Type="http://schemas.openxmlformats.org/officeDocument/2006/relationships/notesSlide" Target="/ppt/notesSlides/notesSlide3.xml" Id="Rcc8dfeb0afff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2e2d52df24293" /><Relationship Type="http://schemas.openxmlformats.org/officeDocument/2006/relationships/notesSlide" Target="/ppt/notesSlides/notesSlide4.xml" Id="R3ac5d5f93fb2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cb34098c64f1b" /><Relationship Type="http://schemas.openxmlformats.org/officeDocument/2006/relationships/notesSlide" Target="/ppt/notesSlides/notesSlide5.xml" Id="R19f4bfca100c42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2839d84044b75" /><Relationship Type="http://schemas.openxmlformats.org/officeDocument/2006/relationships/notesSlide" Target="/ppt/notesSlides/notesSlide6.xml" Id="Raac47e3473494b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43b897cba466a" /><Relationship Type="http://schemas.openxmlformats.org/officeDocument/2006/relationships/notesSlide" Target="/ppt/notesSlides/notesSlide7.xml" Id="R30b778073b9147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82c73138b4841" /><Relationship Type="http://schemas.openxmlformats.org/officeDocument/2006/relationships/notesSlide" Target="/ppt/notesSlides/notesSlide8.xml" Id="R6d2e4132b1bb40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28fc72ad94346" /><Relationship Type="http://schemas.openxmlformats.org/officeDocument/2006/relationships/notesSlide" Target="/ppt/notesSlides/notesSlide9.xml" Id="Ra2e23c473e1f42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414c3f3ec449e" /><Relationship Type="http://schemas.openxmlformats.org/officeDocument/2006/relationships/notesSlide" Target="/ppt/notesSlides/notesSlide10.xml" Id="R3fdcc9b89ef84a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ecfa4ae3140d3" /><Relationship Type="http://schemas.openxmlformats.org/officeDocument/2006/relationships/notesSlide" Target="/ppt/notesSlides/notesSlide11.xml" Id="Rac7c5c94f06641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1a776bc6141cd" /><Relationship Type="http://schemas.openxmlformats.org/officeDocument/2006/relationships/notesSlide" Target="/ppt/notesSlides/notesSlide12.xml" Id="Rf238c6c420634e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0485aed694340" /><Relationship Type="http://schemas.openxmlformats.org/officeDocument/2006/relationships/notesSlide" Target="/ppt/notesSlides/notesSlide13.xml" Id="Ra098eab34acf47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9fcd07d1d24d48" /><Relationship Type="http://schemas.openxmlformats.org/officeDocument/2006/relationships/notesSlide" Target="/ppt/notesSlides/notesSlide14.xml" Id="R0722d088caf44e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e68e44f284b9b" /><Relationship Type="http://schemas.openxmlformats.org/officeDocument/2006/relationships/notesSlide" Target="/ppt/notesSlides/notesSlide15.xml" Id="R080385cf59d84e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69546-2E06-460F-B354-8534FB7AF9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f0e23c28941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5DB4CA-5829-4DBE-B18E-77E9BDCC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2388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 AI 建站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踩过哪些坑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后来怎么改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C6383D-2CD8-4368-A554-4F26B51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存在小站的建站经历与做法</a:t>
            </a:r>
          </a:p>
        </p:txBody>
      </p:sp>
      <p:sp>
        <p:nvSpPr>
          <p:cNvPr id="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6CCF8E5B-3FA3-423A-9022-C4FD6B5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AI 建站新手与独立开发者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F986788-37B1-43BE-ACDE-2A08897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42432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E8B037-B7B0-442C-A16A-5936FE59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第一版很顺，后来怎么变了？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1699F4-4A5F-4ED3-B1EC-97DC597E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opening">
            <a:extLst xmlns:a="http://schemas.openxmlformats.org/drawingml/2006/main">
              <a:ext uri="{FF2B5EF4-FFF2-40B4-BE49-F238E27FC236}">
                <a16:creationId xmlns:a16="http://schemas.microsoft.com/office/drawing/2014/main" id="{E29EF280-225A-4BA9-A9D9-33AB215F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第一张页面，很快就做好了。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加几个功能以后，问题才慢慢冒出来。</a:t>
            </a:r>
          </a:p>
        </p:txBody>
      </p:sp>
      <p:sp>
        <p:nvSpPr>
          <p:cNvPr id="4" name="opening-next">
            <a:extLst xmlns:a="http://schemas.openxmlformats.org/drawingml/2006/main">
              <a:ext uri="{FF2B5EF4-FFF2-40B4-BE49-F238E27FC236}">
                <a16:creationId xmlns:a16="http://schemas.microsoft.com/office/drawing/2014/main" id="{2BB39836-1DA5-4C63-8F1A-476756AB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数据不对，页面各有各的样子，</a:t>
            </a:r>
          </a:p>
          <a:p xmlns:a="http://schemas.openxmlformats.org/drawingml/2006/main">
            <a:pPr algn="l">
              <a:defRPr sz="240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换个聊天窗口，又要重新解释一遍。</a:t>
            </a:r>
          </a:p>
        </p:txBody>
      </p:sp>
      <p:sp>
        <p:nvSpPr>
          <p:cNvPr id="5" name="opening-end">
            <a:extLst xmlns:a="http://schemas.openxmlformats.org/drawingml/2006/main">
              <a:ext uri="{FF2B5EF4-FFF2-40B4-BE49-F238E27FC236}">
                <a16:creationId xmlns:a16="http://schemas.microsoft.com/office/drawing/2014/main" id="{7D94DD97-67E9-435C-9EF4-14D50329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我们也踩过这些坑，后来有几件事固定下来了。</a:t>
            </a:r>
          </a:p>
        </p:txBody>
      </p:sp>
    </p:spTree>
    <p:extLst>
      <p:ext uri="{BB962C8B-B14F-4D97-AF65-F5344CB8AC3E}">
        <p14:creationId xmlns:p14="http://schemas.microsoft.com/office/powerpoint/2010/main" val="1192127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22D7FF-9283-4F0E-B422-5B9B62EC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AI 推荐一堆技术，我到底选哪个？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069343-1E87-43B2-866C-7CB43F71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B6AB47D7-C615-40F4-B7C6-31C31722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工具都说得挺好。真让你选，还是不知道。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6B95900F-6D8C-455A-831D-BBB807F7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F1CFE4A8-39DB-47F8-90D2-F49FDDEC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先说清用户要完成什么事。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看文章，可以简单起步。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要登录、存数据，就配处理程序和存资料的地方。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先把一件事从头做通。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EA9FFF76-AE67-477D-92E7-82BAEE0C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说：按我的需求和维护能力选一套，把第一个功能做完整。</a:t>
            </a:r>
          </a:p>
        </p:txBody>
      </p:sp>
    </p:spTree>
    <p:extLst>
      <p:ext uri="{BB962C8B-B14F-4D97-AF65-F5344CB8AC3E}">
        <p14:creationId xmlns:p14="http://schemas.microsoft.com/office/powerpoint/2010/main" val="1283165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EBD905-73CD-445B-B840-97EB64AC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明明有数据，页面怎么就是不对？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80E620-9887-4F0F-8F97-A6649837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558A4A1D-FF10-42E6-B0E6-F723CEA7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我们遇到过：行情有报价，页面却显示旧价格。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往前查，同一只股票在网站里存成了两份。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F770D262-6642-49A8-96E0-69F2B930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06C8A9A5-258E-430E-A53E-7C52CFF2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顺着数据走一遍，找到最先出错的地方。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同一个东西认同一个编号，原资料留着好对照。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拿来的数据先存好，页面从这里读。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B1A7BE00-DBC9-48CB-B1B1-AEC34F22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说：先找到哪一步变错，再查其他同类记录。</a:t>
            </a:r>
          </a:p>
        </p:txBody>
      </p:sp>
    </p:spTree>
    <p:extLst>
      <p:ext uri="{BB962C8B-B14F-4D97-AF65-F5344CB8AC3E}">
        <p14:creationId xmlns:p14="http://schemas.microsoft.com/office/powerpoint/2010/main" val="2008641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90A93D-D92F-4036-9128-1C8F1DE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后台写着“成功”，怎么还没做完？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25EBBD-8A91-4B6F-93BE-2584AC08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7095AE42-101B-4BA6-A708-5A858CCB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有次资料更新，只尝试了 8 条，还剩 34 条。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但后台写着成功。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302CDE25-C99E-459F-AD8F-769924A6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15339DAA-72B7-4B78-B32E-A04EEAAB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做不完，就把剩下的记住，下次接着做。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做了多少、剩下多少要查得到。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事情真做完了，数据也检查过了，再写成功。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61C09C68-70DC-4B1D-A8FE-E926736A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说：剩下的记下来；没做完就显示还没做完。</a:t>
            </a:r>
          </a:p>
        </p:txBody>
      </p:sp>
    </p:spTree>
    <p:extLst>
      <p:ext uri="{BB962C8B-B14F-4D97-AF65-F5344CB8AC3E}">
        <p14:creationId xmlns:p14="http://schemas.microsoft.com/office/powerpoint/2010/main" val="923927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01A99E-CF74-425C-BDA1-CA226D3E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加一个功能，怎么到处都要改？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2C8113-5F4B-46A2-83A0-3FDBBE49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463254DD-836B-4057-B257-63DAC411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第一版默认只有一种币种、一个来源。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后来加新功能，原来的想当然到处冒出来。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EFF8555C-E996-4B97-8A82-1B63ADA1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F7764293-E010-43A1-A607-672C408A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容易变化的东西，先写清楚。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这是谁的数据、什么币种、来自哪、是哪一天，都有位置。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几处都会用的东西，放一起用。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CC885BF2-97ED-42A9-8128-A2CD5E37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说：先看看旧东西能不能接着用，再补真正缺的。</a:t>
            </a:r>
          </a:p>
        </p:txBody>
      </p:sp>
    </p:spTree>
    <p:extLst>
      <p:ext uri="{BB962C8B-B14F-4D97-AF65-F5344CB8AC3E}">
        <p14:creationId xmlns:p14="http://schemas.microsoft.com/office/powerpoint/2010/main" val="1268118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479914-D281-4D42-9D96-88A8DC91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每页都好看，怎么不像一个网站？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0094E1-ACFC-4FE7-A60D-CE9A0D31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89590AE4-D6B5-43EA-A049-726D402E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你说统一一点，AI 改了颜色。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下一页的按钮和表格，又重新想了一套。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C183BCBB-744F-4BA5-B637-4E154CE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A333ECB6-07F8-4815-ABF3-FAEFB02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选一页当样板，常用东西大家共用。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新页面照着做，按钮、表格、输入框用现成的。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手机和电脑一起看。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492016D3-51F9-4BB3-9D86-A7C4E7C8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说：照这页来做，常用东西用同一套。</a:t>
            </a:r>
          </a:p>
        </p:txBody>
      </p:sp>
    </p:spTree>
    <p:extLst>
      <p:ext uri="{BB962C8B-B14F-4D97-AF65-F5344CB8AC3E}">
        <p14:creationId xmlns:p14="http://schemas.microsoft.com/office/powerpoint/2010/main" val="1496727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DE0E60-2693-4F8A-906F-B7A3C0E3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修好这个，怎么又坏了那个？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C2D6CA-C4B1-4EB7-AE68-3F0E9A39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C46A4136-BC84-4142-855F-DDA3FC62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要快一点，结果用了旧数据。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手机变清爽了，却少了重要内容。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A3E1289F-0479-4682-B3E7-305F8F23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EE16A347-6258-4326-B1E7-2338E4CE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一起说：要改好什么，原来什么还得好用。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动手前想一下会碰到哪些地方，改完新旧一起看。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金额和解释，也要对得上。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7AEE94FF-294A-4285-B7BA-ED31C8D7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说：我要改善这里，同时保留这些原来正确的事情。</a:t>
            </a:r>
          </a:p>
        </p:txBody>
      </p:sp>
    </p:spTree>
    <p:extLst>
      <p:ext uri="{BB962C8B-B14F-4D97-AF65-F5344CB8AC3E}">
        <p14:creationId xmlns:p14="http://schemas.microsoft.com/office/powerpoint/2010/main" val="387998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E47B80-AF2B-459F-8DD8-A6CBE9C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同一件事说了三遍，怎么还会犯？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44BECF-C759-48C3-9B46-C0668C2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136AF5EE-E6E8-4FE4-95F0-444EDE65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只在聊天里提醒，下次可能没读到。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或者它又写了一份相似程序，旧问题回来了。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FAEBB775-C148-4E95-A0FA-A99C24DC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FF19B7F7-9D96-4905-A395-7DAB3896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常犯的错写进固定说明，再让程序检查。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在测试里放入旧错误，看看能不能发现。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反复出错的地方一起改，同类也一起查。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A564E405-9DB2-4650-B9D7-B74B30BD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说：留下固定提醒，再证明检查真的能发现旧错误。</a:t>
            </a:r>
          </a:p>
        </p:txBody>
      </p:sp>
    </p:spTree>
    <p:extLst>
      <p:ext uri="{BB962C8B-B14F-4D97-AF65-F5344CB8AC3E}">
        <p14:creationId xmlns:p14="http://schemas.microsoft.com/office/powerpoint/2010/main" val="238635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A0043D-0395-4D4A-AD27-8549E307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换个会话，又要从头解释一遍？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9B992C-38A4-4272-90F2-4B3E8BA1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F18124D7-6782-445C-89C0-588152C0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把全部聊天交给 AI，又长又乱。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以前没采用的想法，也可能被当成现在的做法。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BF7AFE93-7F62-49DC-A71C-2A17F06A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D5D0F477-B0BB-4074-B850-4C6629A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把项目说明放在固定地方，先告诉 AI 去哪找。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这次改什么，就先读相关内容。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新做法确定后，改掉旧说明；没做完的也记清楚。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86F5B11A-958F-4034-A6D6-AE7AF094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说：从这个入口找资料，别每次重读全部历史。</a:t>
            </a:r>
          </a:p>
        </p:txBody>
      </p:sp>
    </p:spTree>
    <p:extLst>
      <p:ext uri="{BB962C8B-B14F-4D97-AF65-F5344CB8AC3E}">
        <p14:creationId xmlns:p14="http://schemas.microsoft.com/office/powerpoint/2010/main" val="11438317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89F299-8279-4F40-BE61-A6BEE7ED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多叫一个 AI，为什么反而乱了？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2FC69E-5EA2-482B-9D13-1D33580A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5FDA9356-B06B-4BEE-B378-826D9A62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一个做页面，一个做后台。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两边都说好了，拼起来却用不了。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C8220ECB-32FD-416C-8FDA-53794CB8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3CC90605-6638-4BAB-91F4-C6BE7B49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先说一致，再分工，最后有人把整件事查一遍。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大家读同一份说明，各管一块。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共用文件和测试数据，提前安排谁来动。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D4E1B0E7-23AA-440C-874D-7F8DAAEA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说：分清谁改哪里、怎么配合、最后谁负责拼起来。</a:t>
            </a:r>
          </a:p>
        </p:txBody>
      </p:sp>
    </p:spTree>
    <p:extLst>
      <p:ext uri="{BB962C8B-B14F-4D97-AF65-F5344CB8AC3E}">
        <p14:creationId xmlns:p14="http://schemas.microsoft.com/office/powerpoint/2010/main" val="264921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B18F1E-7172-4FBE-8869-E513C438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AI 说完成了，怎么还是老样子？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8A9AAC-E58A-4FF2-A707-D6CE7BC7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3A9EF2F9-5DBC-45E1-9B7D-AA9703FF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文件改了，正在跑的网站可能还没换过来。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页面或后台，也可能仍在用旧程序。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93B7E90C-87B9-4688-9568-76E2C15A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80B29BCD-10D8-4FEC-B166-85C36762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确认真正运行的网站用上了修改。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按固定方法更新，再从用户角度走一遍。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电脑上查过，更新服务器后还要再查。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41AAB2F3-5979-4F9D-B84A-352C3E06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说：把功能真的查一遍，说明查过哪里、结果是什么。</a:t>
            </a:r>
          </a:p>
        </p:txBody>
      </p:sp>
    </p:spTree>
    <p:extLst>
      <p:ext uri="{BB962C8B-B14F-4D97-AF65-F5344CB8AC3E}">
        <p14:creationId xmlns:p14="http://schemas.microsoft.com/office/powerpoint/2010/main" val="10521681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A0B49B-5237-47EB-BB75-64343F2C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真改坏了，能回到之前吗？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62B423-5E16-4E20-9411-C2E1E987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scene">
            <a:extLst xmlns:a="http://schemas.openxmlformats.org/drawingml/2006/main">
              <a:ext uri="{FF2B5EF4-FFF2-40B4-BE49-F238E27FC236}">
                <a16:creationId xmlns:a16="http://schemas.microsoft.com/office/drawing/2014/main" id="{6F870F2B-C6BB-4442-BE9E-13241DCC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有备份文件很安心。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恢复时才发现，少了配置或必要文件。</a:t>
            </a:r>
          </a:p>
        </p:txBody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484C7D87-4F95-4960-8FBD-775CE292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可以这样做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D5687D4F-EE13-4CBA-90CC-B369429F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找个单独的地方，真的恢复一次。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数据读得出来、关键功能能用，才知道还缺什么。</a:t>
            </a:r>
          </a:p>
          <a:p xmlns:a="http://schemas.openxmlformats.org/drawingml/2006/main"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把需要的东西和恢复步骤留下来。</a:t>
            </a:r>
          </a:p>
        </p:txBody>
      </p:sp>
      <p:sp>
        <p:nvSpPr>
          <p:cNvPr id="6" name="ai-quote">
            <a:extLst xmlns:a="http://schemas.openxmlformats.org/drawingml/2006/main">
              <a:ext uri="{FF2B5EF4-FFF2-40B4-BE49-F238E27FC236}">
                <a16:creationId xmlns:a16="http://schemas.microsoft.com/office/drawing/2014/main" id="{A8691DE4-12C4-413B-BB52-1FD46F95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跟 AI 说：试一次恢复，按实际结果说清能到哪一步。</a:t>
            </a:r>
          </a:p>
        </p:txBody>
      </p:sp>
    </p:spTree>
    <p:extLst>
      <p:ext uri="{BB962C8B-B14F-4D97-AF65-F5344CB8AC3E}">
        <p14:creationId xmlns:p14="http://schemas.microsoft.com/office/powerpoint/2010/main" val="20531682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6BA413-E670-4411-9F3D-B2860FD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哪些提醒，值得一直留下？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2C2AC6-52DE-4E19-9E39-25B65C19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fixed-main">
            <a:extLst xmlns:a="http://schemas.openxmlformats.org/drawingml/2006/main">
              <a:ext uri="{FF2B5EF4-FFF2-40B4-BE49-F238E27FC236}">
                <a16:creationId xmlns:a16="http://schemas.microsoft.com/office/drawing/2014/main" id="{3AAB5A23-2976-45BA-83BF-AC36F1B7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82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把反复提醒的事，写成一份短说明。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每次开始先看；改完检查；</a:t>
            </a:r>
          </a:p>
          <a:p xmlns:a="http://schemas.openxmlformats.org/drawingml/2006/main">
            <a:pPr algn="l">
              <a:defRPr sz="27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确认运行的网站用上了修改，再更新说明。</a:t>
            </a:r>
          </a:p>
        </p:txBody>
      </p:sp>
      <p:sp>
        <p:nvSpPr>
          <p:cNvPr id="4" name="fixed-note">
            <a:extLst xmlns:a="http://schemas.openxmlformats.org/drawingml/2006/main">
              <a:ext uri="{FF2B5EF4-FFF2-40B4-BE49-F238E27FC236}">
                <a16:creationId xmlns:a16="http://schemas.microsoft.com/office/drawing/2014/main" id="{53ABC609-8BCD-43F1-9D64-1776A925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“先检查，过了再继续”，就是门禁。</a:t>
            </a:r>
          </a:p>
          <a:p xmlns:a="http://schemas.openxmlformats.org/drawingml/2006/main">
            <a:pPr algn="l">
              <a:def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提醒写好了，相应检查还要真的建立和试过。</a:t>
            </a:r>
          </a:p>
        </p:txBody>
      </p:sp>
      <p:sp>
        <p:nvSpPr>
          <p:cNvPr id="5" name="template-pointer">
            <a:extLst xmlns:a="http://schemas.openxmlformats.org/drawingml/2006/main">
              <a:ext uri="{FF2B5EF4-FFF2-40B4-BE49-F238E27FC236}">
                <a16:creationId xmlns:a16="http://schemas.microsoft.com/office/drawing/2014/main" id="{8E554DEC-DD32-4049-981E-D8A11DF4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可以直接复制的完整提醒，放在讲者备注和分享文档末尾。</a:t>
            </a:r>
          </a:p>
        </p:txBody>
      </p:sp>
    </p:spTree>
    <p:extLst>
      <p:ext uri="{BB962C8B-B14F-4D97-AF65-F5344CB8AC3E}">
        <p14:creationId xmlns:p14="http://schemas.microsoft.com/office/powerpoint/2010/main" val="4811299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172B7C-A704-4675-840F-BC2F18C7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开始新任务，怎么跟 AI 说？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7B1CF5-E451-4F86-9148-6838BAE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ask-example">
            <a:extLst xmlns:a="http://schemas.openxmlformats.org/drawingml/2006/main">
              <a:ext uri="{FF2B5EF4-FFF2-40B4-BE49-F238E27FC236}">
                <a16:creationId xmlns:a16="http://schemas.microsoft.com/office/drawing/2014/main" id="{8198EE68-E193-49EB-B3FF-4A06FADA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我要做【这件事】，现在卡在【这里】。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先看看现有东西能不能接着用。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把这个问题解决，也保留原来好用的地方。</a:t>
            </a:r>
          </a:p>
        </p:txBody>
      </p:sp>
      <p:sp>
        <p:nvSpPr>
          <p:cNvPr id="4" name="task-check">
            <a:extLst xmlns:a="http://schemas.openxmlformats.org/drawingml/2006/main">
              <a:ext uri="{FF2B5EF4-FFF2-40B4-BE49-F238E27FC236}">
                <a16:creationId xmlns:a16="http://schemas.microsoft.com/office/drawing/2014/main" id="{8A7DCE93-EBE9-478F-92F0-BF263DA4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做完实际查一遍。</a:t>
            </a:r>
          </a:p>
          <a:p xmlns:a="http://schemas.openxmlformats.org/drawingml/2006/main">
            <a:pPr algn="l">
              <a:defRPr sz="23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说清查过什么、剩下什么，再更新项目说明。</a:t>
            </a:r>
          </a:p>
        </p:txBody>
      </p:sp>
      <p:sp>
        <p:nvSpPr>
          <p:cNvPr id="5" name="task-end">
            <a:extLst xmlns:a="http://schemas.openxmlformats.org/drawingml/2006/main">
              <a:ext uri="{FF2B5EF4-FFF2-40B4-BE49-F238E27FC236}">
                <a16:creationId xmlns:a16="http://schemas.microsoft.com/office/drawing/2014/main" id="{A50C77D7-BBB5-4D3F-8D8E-8DEECAF7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带一个真实问题回去，先把它做好。</a:t>
            </a:r>
          </a:p>
        </p:txBody>
      </p:sp>
    </p:spTree>
    <p:extLst>
      <p:ext uri="{BB962C8B-B14F-4D97-AF65-F5344CB8AC3E}">
        <p14:creationId xmlns:p14="http://schemas.microsoft.com/office/powerpoint/2010/main" val="80513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2026-10-09T11:55:09.4200000Z</dcterms:created>
  <dcterms:modified xsi:type="dcterms:W3CDTF">2026-10-09T11:55:09.4200000Z</dcterms:modified>
</coreProperties>
</file>